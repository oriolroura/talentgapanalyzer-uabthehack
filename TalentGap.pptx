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ca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F984E13F-A8CE-F76F-6FA5-543CC0016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a-ES"/>
              <a:t>Feu clic aquí per editar l'estil</a:t>
            </a:r>
          </a:p>
        </p:txBody>
      </p:sp>
      <p:sp>
        <p:nvSpPr>
          <p:cNvPr id="3" name="Subtítol 2">
            <a:extLst>
              <a:ext uri="{FF2B5EF4-FFF2-40B4-BE49-F238E27FC236}">
                <a16:creationId xmlns:a16="http://schemas.microsoft.com/office/drawing/2014/main" id="{B1AB3F2B-B4C4-230F-A325-A03D594D02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a-ES"/>
              <a:t>Feu clic aquí per editar l'estil de subtítols del patró</a:t>
            </a:r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F57738F7-1697-784F-F695-26F4ADD5D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3C7-9A97-443E-8F84-E719C8252E92}" type="datetimeFigureOut">
              <a:rPr lang="ca-ES" smtClean="0"/>
              <a:t>8/11/2025</a:t>
            </a:fld>
            <a:endParaRPr lang="ca-E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112A8A7B-4FBE-32C3-1235-3DC57E8F7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29CFB265-103F-CC54-D1D0-E0C1B3948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3B0A9-C9CF-4BCA-A6BB-8C723ED9EBDA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417877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ol i objec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D9483ECB-6E44-53A7-6F0A-6E8A4453E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7B870C34-5D9A-4D25-7ECB-07F3FFFCC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57B85436-CCC8-3499-F604-D47585AB4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3C7-9A97-443E-8F84-E719C8252E92}" type="datetimeFigureOut">
              <a:rPr lang="ca-ES" smtClean="0"/>
              <a:t>8/11/2025</a:t>
            </a:fld>
            <a:endParaRPr lang="ca-E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AFEADDED-F59A-E395-47B5-A1A952847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9E1F0CBD-98E1-27FC-26BE-F07B4D7EF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3B0A9-C9CF-4BCA-A6BB-8C723ED9EBDA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844086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pçalera de la secc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2BC6D2A6-C066-5505-A741-75BB2B9AB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a-ES"/>
              <a:t>Feu clic aquí per editar l'estil</a:t>
            </a:r>
          </a:p>
        </p:txBody>
      </p:sp>
      <p:sp>
        <p:nvSpPr>
          <p:cNvPr id="3" name="Contenidor de text 2">
            <a:extLst>
              <a:ext uri="{FF2B5EF4-FFF2-40B4-BE49-F238E27FC236}">
                <a16:creationId xmlns:a16="http://schemas.microsoft.com/office/drawing/2014/main" id="{6ABA74A5-262C-39DA-E451-8886EC29C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30E9DDAF-DBE9-EB3B-3F2A-5F53E372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3C7-9A97-443E-8F84-E719C8252E92}" type="datetimeFigureOut">
              <a:rPr lang="ca-ES" smtClean="0"/>
              <a:t>8/11/2025</a:t>
            </a:fld>
            <a:endParaRPr lang="ca-E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CC2DA618-1AE3-ABE6-4AAB-8420D5AA5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66B3465A-B622-6137-8ABF-C3F101D9D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3B0A9-C9CF-4BCA-A6BB-8C723ED9EBDA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08314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c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34ACBC99-F3DC-7D4B-FA05-08CF6A493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DCDCB7E4-B88F-4135-58CA-EE3979AA73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</a:p>
        </p:txBody>
      </p:sp>
      <p:sp>
        <p:nvSpPr>
          <p:cNvPr id="4" name="Contenidor de contingut 3">
            <a:extLst>
              <a:ext uri="{FF2B5EF4-FFF2-40B4-BE49-F238E27FC236}">
                <a16:creationId xmlns:a16="http://schemas.microsoft.com/office/drawing/2014/main" id="{BDD783A9-9CA0-4D07-DBFF-97FEFDA58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</a:p>
        </p:txBody>
      </p:sp>
      <p:sp>
        <p:nvSpPr>
          <p:cNvPr id="5" name="Contenidor de data 4">
            <a:extLst>
              <a:ext uri="{FF2B5EF4-FFF2-40B4-BE49-F238E27FC236}">
                <a16:creationId xmlns:a16="http://schemas.microsoft.com/office/drawing/2014/main" id="{5802C821-38BE-F776-C401-2AB46E04B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3C7-9A97-443E-8F84-E719C8252E92}" type="datetimeFigureOut">
              <a:rPr lang="ca-ES" smtClean="0"/>
              <a:t>8/11/2025</a:t>
            </a:fld>
            <a:endParaRPr lang="ca-ES"/>
          </a:p>
        </p:txBody>
      </p:sp>
      <p:sp>
        <p:nvSpPr>
          <p:cNvPr id="6" name="Contenidor de peu de pàgina 5">
            <a:extLst>
              <a:ext uri="{FF2B5EF4-FFF2-40B4-BE49-F238E27FC236}">
                <a16:creationId xmlns:a16="http://schemas.microsoft.com/office/drawing/2014/main" id="{2F6DE97D-42DE-83DE-E2E7-32A0F47DD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Contenidor de número de diapositiva 6">
            <a:extLst>
              <a:ext uri="{FF2B5EF4-FFF2-40B4-BE49-F238E27FC236}">
                <a16:creationId xmlns:a16="http://schemas.microsoft.com/office/drawing/2014/main" id="{733BAACB-B864-7BF1-2404-D87D3D572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3B0A9-C9CF-4BCA-A6BB-8C723ED9EBDA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322602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5AB5130E-5C31-651E-0E14-5507F5E5C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a-ES"/>
              <a:t>Feu clic aquí per editar l'estil</a:t>
            </a:r>
          </a:p>
        </p:txBody>
      </p:sp>
      <p:sp>
        <p:nvSpPr>
          <p:cNvPr id="3" name="Contenidor de text 2">
            <a:extLst>
              <a:ext uri="{FF2B5EF4-FFF2-40B4-BE49-F238E27FC236}">
                <a16:creationId xmlns:a16="http://schemas.microsoft.com/office/drawing/2014/main" id="{383E5260-9BEF-84B9-CB03-ED5DAA136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4" name="Contenidor de contingut 3">
            <a:extLst>
              <a:ext uri="{FF2B5EF4-FFF2-40B4-BE49-F238E27FC236}">
                <a16:creationId xmlns:a16="http://schemas.microsoft.com/office/drawing/2014/main" id="{A4F551D2-B5AD-E013-F48B-5A9A65F9BD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</a:p>
        </p:txBody>
      </p:sp>
      <p:sp>
        <p:nvSpPr>
          <p:cNvPr id="5" name="Contenidor de text 4">
            <a:extLst>
              <a:ext uri="{FF2B5EF4-FFF2-40B4-BE49-F238E27FC236}">
                <a16:creationId xmlns:a16="http://schemas.microsoft.com/office/drawing/2014/main" id="{C9E18412-F5EB-537F-6627-B0B047EC1D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6" name="Contenidor de contingut 5">
            <a:extLst>
              <a:ext uri="{FF2B5EF4-FFF2-40B4-BE49-F238E27FC236}">
                <a16:creationId xmlns:a16="http://schemas.microsoft.com/office/drawing/2014/main" id="{07C4DB4E-1459-5343-A91D-87A473A69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</a:p>
        </p:txBody>
      </p:sp>
      <p:sp>
        <p:nvSpPr>
          <p:cNvPr id="7" name="Contenidor de data 6">
            <a:extLst>
              <a:ext uri="{FF2B5EF4-FFF2-40B4-BE49-F238E27FC236}">
                <a16:creationId xmlns:a16="http://schemas.microsoft.com/office/drawing/2014/main" id="{7CB44A68-0A1F-3064-FD1D-BB4EDA526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3C7-9A97-443E-8F84-E719C8252E92}" type="datetimeFigureOut">
              <a:rPr lang="ca-ES" smtClean="0"/>
              <a:t>8/11/2025</a:t>
            </a:fld>
            <a:endParaRPr lang="ca-ES"/>
          </a:p>
        </p:txBody>
      </p:sp>
      <p:sp>
        <p:nvSpPr>
          <p:cNvPr id="8" name="Contenidor de peu de pàgina 7">
            <a:extLst>
              <a:ext uri="{FF2B5EF4-FFF2-40B4-BE49-F238E27FC236}">
                <a16:creationId xmlns:a16="http://schemas.microsoft.com/office/drawing/2014/main" id="{848632A2-B570-2583-2E5D-84D41730B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9" name="Contenidor de número de diapositiva 8">
            <a:extLst>
              <a:ext uri="{FF2B5EF4-FFF2-40B4-BE49-F238E27FC236}">
                <a16:creationId xmlns:a16="http://schemas.microsoft.com/office/drawing/2014/main" id="{E0124EF5-1BEC-C3E8-F68A-4369D7F59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3B0A9-C9CF-4BCA-A6BB-8C723ED9EBDA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684609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omés tít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F53027F0-7875-1F7C-5AF0-B8EDCB81A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</a:p>
        </p:txBody>
      </p:sp>
      <p:sp>
        <p:nvSpPr>
          <p:cNvPr id="3" name="Contenidor de data 2">
            <a:extLst>
              <a:ext uri="{FF2B5EF4-FFF2-40B4-BE49-F238E27FC236}">
                <a16:creationId xmlns:a16="http://schemas.microsoft.com/office/drawing/2014/main" id="{D417AEC0-8645-E523-A1F8-C29ED8689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3C7-9A97-443E-8F84-E719C8252E92}" type="datetimeFigureOut">
              <a:rPr lang="ca-ES" smtClean="0"/>
              <a:t>8/11/2025</a:t>
            </a:fld>
            <a:endParaRPr lang="ca-ES"/>
          </a:p>
        </p:txBody>
      </p:sp>
      <p:sp>
        <p:nvSpPr>
          <p:cNvPr id="4" name="Contenidor de peu de pàgina 3">
            <a:extLst>
              <a:ext uri="{FF2B5EF4-FFF2-40B4-BE49-F238E27FC236}">
                <a16:creationId xmlns:a16="http://schemas.microsoft.com/office/drawing/2014/main" id="{724CF86A-5805-643B-49D0-F3E0A9673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5" name="Contenidor de número de diapositiva 4">
            <a:extLst>
              <a:ext uri="{FF2B5EF4-FFF2-40B4-BE49-F238E27FC236}">
                <a16:creationId xmlns:a16="http://schemas.microsoft.com/office/drawing/2014/main" id="{DBD84F81-93C4-4E4B-A4B1-BAE576C47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3B0A9-C9CF-4BCA-A6BB-8C723ED9EBDA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590900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e data 1">
            <a:extLst>
              <a:ext uri="{FF2B5EF4-FFF2-40B4-BE49-F238E27FC236}">
                <a16:creationId xmlns:a16="http://schemas.microsoft.com/office/drawing/2014/main" id="{EDEA1E9E-B15F-6C4A-134F-4F2930081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3C7-9A97-443E-8F84-E719C8252E92}" type="datetimeFigureOut">
              <a:rPr lang="ca-ES" smtClean="0"/>
              <a:t>8/11/2025</a:t>
            </a:fld>
            <a:endParaRPr lang="ca-ES"/>
          </a:p>
        </p:txBody>
      </p:sp>
      <p:sp>
        <p:nvSpPr>
          <p:cNvPr id="3" name="Contenidor de peu de pàgina 2">
            <a:extLst>
              <a:ext uri="{FF2B5EF4-FFF2-40B4-BE49-F238E27FC236}">
                <a16:creationId xmlns:a16="http://schemas.microsoft.com/office/drawing/2014/main" id="{31D85219-5AAB-3E7D-B77B-C9D551E74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Contenidor de número de diapositiva 3">
            <a:extLst>
              <a:ext uri="{FF2B5EF4-FFF2-40B4-BE49-F238E27FC236}">
                <a16:creationId xmlns:a16="http://schemas.microsoft.com/office/drawing/2014/main" id="{A5107F59-1C98-65D1-B7BA-9704A17AC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3B0A9-C9CF-4BCA-A6BB-8C723ED9EBDA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647906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ingut amb l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A6685110-78A0-56A0-D749-EF3902C49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a-ES"/>
              <a:t>Feu clic aquí per editar l'estil</a:t>
            </a: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B57FD4B9-3F7A-BDA5-BFF8-BA75263EA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</a:p>
        </p:txBody>
      </p:sp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9ABCAF1A-304E-09F4-1E5F-3DDBB74D6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5" name="Contenidor de data 4">
            <a:extLst>
              <a:ext uri="{FF2B5EF4-FFF2-40B4-BE49-F238E27FC236}">
                <a16:creationId xmlns:a16="http://schemas.microsoft.com/office/drawing/2014/main" id="{5969C92C-7D2D-7F50-FD34-6503062F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3C7-9A97-443E-8F84-E719C8252E92}" type="datetimeFigureOut">
              <a:rPr lang="ca-ES" smtClean="0"/>
              <a:t>8/11/2025</a:t>
            </a:fld>
            <a:endParaRPr lang="ca-ES"/>
          </a:p>
        </p:txBody>
      </p:sp>
      <p:sp>
        <p:nvSpPr>
          <p:cNvPr id="6" name="Contenidor de peu de pàgina 5">
            <a:extLst>
              <a:ext uri="{FF2B5EF4-FFF2-40B4-BE49-F238E27FC236}">
                <a16:creationId xmlns:a16="http://schemas.microsoft.com/office/drawing/2014/main" id="{B4EF70F0-A57D-77A2-9DFB-542D248E1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Contenidor de número de diapositiva 6">
            <a:extLst>
              <a:ext uri="{FF2B5EF4-FFF2-40B4-BE49-F238E27FC236}">
                <a16:creationId xmlns:a16="http://schemas.microsoft.com/office/drawing/2014/main" id="{AA13D65E-EAE8-1354-69A6-7F3199581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3B0A9-C9CF-4BCA-A6BB-8C723ED9EBDA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5569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tge amb l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949FFC4B-28D2-1BD0-11EB-BB9935A16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a-ES"/>
              <a:t>Feu clic aquí per editar l'estil</a:t>
            </a:r>
          </a:p>
        </p:txBody>
      </p:sp>
      <p:sp>
        <p:nvSpPr>
          <p:cNvPr id="3" name="Contenidor d'imatge 2">
            <a:extLst>
              <a:ext uri="{FF2B5EF4-FFF2-40B4-BE49-F238E27FC236}">
                <a16:creationId xmlns:a16="http://schemas.microsoft.com/office/drawing/2014/main" id="{CDB2EB7B-2752-8C5C-8B77-D0CDCCB8C9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a-ES"/>
          </a:p>
        </p:txBody>
      </p:sp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BFAE0E8A-5B0B-18F9-7B53-A22FD056C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5" name="Contenidor de data 4">
            <a:extLst>
              <a:ext uri="{FF2B5EF4-FFF2-40B4-BE49-F238E27FC236}">
                <a16:creationId xmlns:a16="http://schemas.microsoft.com/office/drawing/2014/main" id="{4C5198CE-0B44-2F28-8D9B-F11A0C50E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3C7-9A97-443E-8F84-E719C8252E92}" type="datetimeFigureOut">
              <a:rPr lang="ca-ES" smtClean="0"/>
              <a:t>8/11/2025</a:t>
            </a:fld>
            <a:endParaRPr lang="ca-ES"/>
          </a:p>
        </p:txBody>
      </p:sp>
      <p:sp>
        <p:nvSpPr>
          <p:cNvPr id="6" name="Contenidor de peu de pàgina 5">
            <a:extLst>
              <a:ext uri="{FF2B5EF4-FFF2-40B4-BE49-F238E27FC236}">
                <a16:creationId xmlns:a16="http://schemas.microsoft.com/office/drawing/2014/main" id="{2E40C000-51B7-5DAF-0F2B-7A999D895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Contenidor de número de diapositiva 6">
            <a:extLst>
              <a:ext uri="{FF2B5EF4-FFF2-40B4-BE49-F238E27FC236}">
                <a16:creationId xmlns:a16="http://schemas.microsoft.com/office/drawing/2014/main" id="{914C862D-70A0-8960-112C-08A4792D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3B0A9-C9CF-4BCA-A6BB-8C723ED9EBDA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4138500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ol i tex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8C8ABE8C-441D-1B04-1C65-FA5DBE96E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</a:p>
        </p:txBody>
      </p:sp>
      <p:sp>
        <p:nvSpPr>
          <p:cNvPr id="3" name="Contenidor de text vertical 2">
            <a:extLst>
              <a:ext uri="{FF2B5EF4-FFF2-40B4-BE49-F238E27FC236}">
                <a16:creationId xmlns:a16="http://schemas.microsoft.com/office/drawing/2014/main" id="{D461E0C2-9015-82EA-1562-7EBC86CBD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C025973D-4FFE-FB96-4A98-8458CB15A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3C7-9A97-443E-8F84-E719C8252E92}" type="datetimeFigureOut">
              <a:rPr lang="ca-ES" smtClean="0"/>
              <a:t>8/11/2025</a:t>
            </a:fld>
            <a:endParaRPr lang="ca-E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FA5313DA-0165-E531-A7D7-600337801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D0FF2179-7FDE-55E7-1DDF-B61DE0810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3B0A9-C9CF-4BCA-A6BB-8C723ED9EBDA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171423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ol vertical 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vertical 1">
            <a:extLst>
              <a:ext uri="{FF2B5EF4-FFF2-40B4-BE49-F238E27FC236}">
                <a16:creationId xmlns:a16="http://schemas.microsoft.com/office/drawing/2014/main" id="{35557CAB-9BBA-09E3-BB4A-B9DEDD8CA4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a-ES"/>
              <a:t>Feu clic aquí per editar l'estil</a:t>
            </a:r>
          </a:p>
        </p:txBody>
      </p:sp>
      <p:sp>
        <p:nvSpPr>
          <p:cNvPr id="3" name="Contenidor de text vertical 2">
            <a:extLst>
              <a:ext uri="{FF2B5EF4-FFF2-40B4-BE49-F238E27FC236}">
                <a16:creationId xmlns:a16="http://schemas.microsoft.com/office/drawing/2014/main" id="{F1EBF134-1AD7-733D-A7FD-A6BD65584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81C4A942-8F03-572D-EDC7-2A20CBB7A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C23C7-9A97-443E-8F84-E719C8252E92}" type="datetimeFigureOut">
              <a:rPr lang="ca-ES" smtClean="0"/>
              <a:t>8/11/2025</a:t>
            </a:fld>
            <a:endParaRPr lang="ca-E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B23246AF-5FA0-1E9B-D27A-D0A847CA8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A0B799C3-7DE0-D241-BFA9-4F3955F7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3B0A9-C9CF-4BCA-A6BB-8C723ED9EBDA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819420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e títol 1">
            <a:extLst>
              <a:ext uri="{FF2B5EF4-FFF2-40B4-BE49-F238E27FC236}">
                <a16:creationId xmlns:a16="http://schemas.microsoft.com/office/drawing/2014/main" id="{341C6248-FCC8-23AB-412A-B910D091A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a-ES"/>
              <a:t>Feu clic aquí per editar l'estil</a:t>
            </a:r>
          </a:p>
        </p:txBody>
      </p:sp>
      <p:sp>
        <p:nvSpPr>
          <p:cNvPr id="3" name="Contenidor de text 2">
            <a:extLst>
              <a:ext uri="{FF2B5EF4-FFF2-40B4-BE49-F238E27FC236}">
                <a16:creationId xmlns:a16="http://schemas.microsoft.com/office/drawing/2014/main" id="{41D0CF81-6716-E569-6C5A-FF0327F43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</a:p>
        </p:txBody>
      </p:sp>
      <p:sp>
        <p:nvSpPr>
          <p:cNvPr id="4" name="Contenidor de data 3">
            <a:extLst>
              <a:ext uri="{FF2B5EF4-FFF2-40B4-BE49-F238E27FC236}">
                <a16:creationId xmlns:a16="http://schemas.microsoft.com/office/drawing/2014/main" id="{A91503FF-1B13-A049-2C05-5D0D68914A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AC23C7-9A97-443E-8F84-E719C8252E92}" type="datetimeFigureOut">
              <a:rPr lang="ca-ES" smtClean="0"/>
              <a:t>8/11/2025</a:t>
            </a:fld>
            <a:endParaRPr lang="ca-ES"/>
          </a:p>
        </p:txBody>
      </p:sp>
      <p:sp>
        <p:nvSpPr>
          <p:cNvPr id="5" name="Contenidor de peu de pàgina 4">
            <a:extLst>
              <a:ext uri="{FF2B5EF4-FFF2-40B4-BE49-F238E27FC236}">
                <a16:creationId xmlns:a16="http://schemas.microsoft.com/office/drawing/2014/main" id="{BED8BC24-9789-BD89-FF45-1B00C7E013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a-ES"/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75954F84-8EE3-C770-71F1-F002E2193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93B0A9-C9CF-4BCA-A6BB-8C723ED9EBDA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621269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riolRoura/TalentGapAnalyzer-UABTheHac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66A443C3-265D-4697-D666-6EF99ED3D4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a-ES" b="1" dirty="0" err="1">
                <a:hlinkClick r:id="rId2"/>
              </a:rPr>
              <a:t>TalentGapAnalyzer</a:t>
            </a:r>
            <a:endParaRPr lang="ca-ES" dirty="0"/>
          </a:p>
        </p:txBody>
      </p:sp>
      <p:sp>
        <p:nvSpPr>
          <p:cNvPr id="3" name="Subtítol 2">
            <a:extLst>
              <a:ext uri="{FF2B5EF4-FFF2-40B4-BE49-F238E27FC236}">
                <a16:creationId xmlns:a16="http://schemas.microsoft.com/office/drawing/2014/main" id="{1F00907A-31FA-1D00-75E9-F8403E0956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3145966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9BB479F6-7937-B16A-0BA2-AABF39286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1C31F5D9-FEC4-6EB5-766E-DEA34599D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3006990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B8E39D24-5B5D-57F9-F680-465BA5DB6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2D877218-DE81-3B10-A718-093D7CF35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534275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>
            <a:extLst>
              <a:ext uri="{FF2B5EF4-FFF2-40B4-BE49-F238E27FC236}">
                <a16:creationId xmlns:a16="http://schemas.microsoft.com/office/drawing/2014/main" id="{D574EDCF-089A-A76F-13C1-2DF4C005C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DFA1807F-3600-C84D-1A63-398D29643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033314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l'Office">
  <a:themeElements>
    <a:clrScheme name="Oficin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icin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</Words>
  <Application>Microsoft Office PowerPoint</Application>
  <PresentationFormat>Pantalla panoràmica</PresentationFormat>
  <Paragraphs>1</Paragraphs>
  <Slides>4</Slides>
  <Notes>0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3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l'Office</vt:lpstr>
      <vt:lpstr>TalentGapAnalyzer</vt:lpstr>
      <vt:lpstr>Presentació del PowerPoint</vt:lpstr>
      <vt:lpstr>Presentació del PowerPoint</vt:lpstr>
      <vt:lpstr>Presentació del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Oriol Roura Jiménez</dc:creator>
  <cp:lastModifiedBy>Oriol Roura Jiménez</cp:lastModifiedBy>
  <cp:revision>3</cp:revision>
  <dcterms:created xsi:type="dcterms:W3CDTF">2025-11-08T13:13:14Z</dcterms:created>
  <dcterms:modified xsi:type="dcterms:W3CDTF">2025-11-08T13:15:12Z</dcterms:modified>
</cp:coreProperties>
</file>